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233046"/>
                </a:solidFill>
              </a:rPr>
              <a:t>AI BLOGNEST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5486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5696DC"/>
                </a:solidFill>
              </a:rPr>
              <a:t>AI-Powered Blog Management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246120"/>
            <a:ext cx="1508760" cy="475488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3046"/>
                </a:solidFill>
              </a:rPr>
              <a:t>Node.js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246120"/>
            <a:ext cx="1508760" cy="475488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3046"/>
                </a:solidFill>
              </a:rPr>
              <a:t>Express.js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3246120"/>
            <a:ext cx="1508760" cy="475488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3046"/>
                </a:solidFill>
              </a:rPr>
              <a:t>MongoDB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11696" y="3246120"/>
            <a:ext cx="1508760" cy="475488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3046"/>
                </a:solidFill>
              </a:rPr>
              <a:t>JWT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9328" y="3246120"/>
            <a:ext cx="1508760" cy="475488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3046"/>
                </a:solidFill>
              </a:rPr>
              <a:t>Gemini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696DC"/>
                </a:solidFill>
              </a:rPr>
              <a:t>PROJECT TEAM</a:t>
            </a:r>
          </a:p>
          <a:p>
            <a:pPr algn="ctr"/>
            <a:r>
              <a:rPr sz="1600" b="1">
                <a:solidFill>
                  <a:srgbClr val="233046"/>
                </a:solidFill>
              </a:rPr>
              <a:t>Susmitha M.  •  Sathya Priya A.  •  Suvasini E.  •  Shaheena 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046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697891"/>
                </a:solidFill>
              </a:rPr>
              <a:t>A REST-based backend for intelligent blog creation and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52628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What is AI BlogNest?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48006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Backend application built with Node.js and Express.js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Manages users and blog content through REST APIs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Uses Gemini AI for blog generation and summarization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Stores application data securely in MongoDB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73152" cy="452628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5636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984248"/>
            <a:ext cx="484632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User registration and login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Secure JWT authentication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Create, view, update and delete blogs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AI-based blog generation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Automatic content summarization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JSON-based API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046"/>
                </a:solidFill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697891"/>
                </a:solidFill>
              </a:rPr>
              <a:t>Core goals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645920"/>
            <a:ext cx="594360" cy="594360"/>
          </a:xfrm>
          <a:prstGeom prst="ellipse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00200"/>
            <a:ext cx="3931920" cy="7772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233046"/>
                </a:solidFill>
              </a:rPr>
              <a:t>Develop a RESTful blog management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173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73951" y="1645920"/>
            <a:ext cx="594360" cy="594360"/>
          </a:xfrm>
          <a:prstGeom prst="ellipse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600200"/>
            <a:ext cx="3931920" cy="7772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233046"/>
                </a:solidFill>
              </a:rPr>
              <a:t>Provide secure user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260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154680"/>
            <a:ext cx="594360" cy="594360"/>
          </a:xfrm>
          <a:prstGeom prst="ellipse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08960"/>
            <a:ext cx="3931920" cy="7772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233046"/>
                </a:solidFill>
              </a:rPr>
              <a:t>Store users and blogs using MongoDB.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9260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1" y="3154680"/>
            <a:ext cx="594360" cy="594360"/>
          </a:xfrm>
          <a:prstGeom prst="ellipse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3108960"/>
            <a:ext cx="3931920" cy="7772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233046"/>
                </a:solidFill>
              </a:rPr>
              <a:t>Generate blog content using Gemini 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348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" y="4663440"/>
            <a:ext cx="594360" cy="594360"/>
          </a:xfrm>
          <a:prstGeom prst="ellipse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17720"/>
            <a:ext cx="3931920" cy="7772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233046"/>
                </a:solidFill>
              </a:rPr>
              <a:t>Summarize lengthy blog content automatically.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43484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1" y="4663440"/>
            <a:ext cx="594360" cy="594360"/>
          </a:xfrm>
          <a:prstGeom prst="ellipse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4617720"/>
            <a:ext cx="3931920" cy="77724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500">
                <a:solidFill>
                  <a:srgbClr val="233046"/>
                </a:solidFill>
              </a:rPr>
              <a:t>Create an efficient and scalable backend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046"/>
                </a:solidFill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697891"/>
                </a:solidFill>
              </a:rPr>
              <a:t>Technology stack powering the 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205740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3108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Node.js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Express.js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205740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7"/>
            <a:ext cx="3108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MongoDB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Mongoose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73152" cy="205740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47218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892807"/>
            <a:ext cx="3108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JWT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bcrypt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73152" cy="205740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49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AI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70248"/>
            <a:ext cx="3108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Google Gemini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73152" cy="205740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849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70248"/>
            <a:ext cx="3108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Thunder Client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70332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3703320"/>
            <a:ext cx="73152" cy="205740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3849624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270248"/>
            <a:ext cx="3108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Visual Studio Code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npm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Nodemon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046"/>
                </a:solidFill>
              </a:rPr>
              <a:t>MAIN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697891"/>
                </a:solidFill>
              </a:rPr>
              <a:t>Four functional areas of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205740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01  USER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846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Register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Login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Password encryption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JWT authentication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2588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73152" cy="205740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47218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02  BLOG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892807"/>
            <a:ext cx="4846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Create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Read / View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Update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Delete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73152" cy="205740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496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03  AI BLOG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70248"/>
            <a:ext cx="4846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Enter topic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Gemini generates content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Store generated blog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703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703320"/>
            <a:ext cx="73152" cy="205740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38496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04  AI SUMMARIZATION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270248"/>
            <a:ext cx="4846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Provide blog content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Gemini processes content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Generate short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233046"/>
                </a:solidFill>
              </a:rPr>
              <a:t>SYSTEM WORKFLOW &amp; API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97891"/>
                </a:solidFill>
              </a:rPr>
              <a:t>REST API flow validated in Thunder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USER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7672" y="1682496"/>
            <a:ext cx="228600" cy="0"/>
          </a:xfrm>
          <a:prstGeom prst="line">
            <a:avLst/>
          </a:prstGeom>
          <a:ln w="22860">
            <a:solidFill>
              <a:srgbClr val="69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67128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REST API
REQUEST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1682496"/>
            <a:ext cx="228600" cy="0"/>
          </a:xfrm>
          <a:prstGeom prst="line">
            <a:avLst/>
          </a:prstGeom>
          <a:ln w="22860">
            <a:solidFill>
              <a:srgbClr val="69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31336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EXPRESS.JS
ROUTES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76088" y="1682496"/>
            <a:ext cx="228600" cy="0"/>
          </a:xfrm>
          <a:prstGeom prst="line">
            <a:avLst/>
          </a:prstGeom>
          <a:ln w="22860">
            <a:solidFill>
              <a:srgbClr val="69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95544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AUTH &amp;
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0296" y="1682496"/>
            <a:ext cx="228600" cy="0"/>
          </a:xfrm>
          <a:prstGeom prst="line">
            <a:avLst/>
          </a:prstGeom>
          <a:ln w="22860">
            <a:solidFill>
              <a:srgbClr val="69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59752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CONTROLLER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04504" y="1682496"/>
            <a:ext cx="228600" cy="0"/>
          </a:xfrm>
          <a:prstGeom prst="line">
            <a:avLst/>
          </a:prstGeom>
          <a:ln w="22860">
            <a:solidFill>
              <a:srgbClr val="69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GEMINI AI /
MONGODB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68712" y="1682496"/>
            <a:ext cx="228600" cy="0"/>
          </a:xfrm>
          <a:prstGeom prst="line">
            <a:avLst/>
          </a:prstGeom>
          <a:ln w="22860">
            <a:solidFill>
              <a:srgbClr val="6978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88168" y="1325880"/>
            <a:ext cx="1444752" cy="713232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233046"/>
                </a:solidFill>
              </a:rPr>
              <a:t>JSON
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31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3046"/>
                </a:solidFill>
              </a:rPr>
              <a:t>THUNDER CLIENT — TEST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697480"/>
            <a:ext cx="3566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798064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33046"/>
                </a:solidFill>
              </a:rPr>
              <a:t>CREATE BLOG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2697480"/>
            <a:ext cx="3566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798064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33046"/>
                </a:solidFill>
              </a:rPr>
              <a:t>USER REGISTRATION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8744" y="2697480"/>
            <a:ext cx="3566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2798064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233046"/>
                </a:solidFill>
              </a:rPr>
              <a:t>USER LOGIN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49240"/>
            <a:ext cx="11018520" cy="685800"/>
          </a:xfrm>
          <a:prstGeom prst="round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33046"/>
                </a:solidFill>
              </a:rPr>
              <a:t>✓  201 Created   •   ✓  200 OK   •   ✓  JSON responses verified</a:t>
            </a:r>
          </a:p>
        </p:txBody>
      </p:sp>
      <p:pic>
        <p:nvPicPr>
          <p:cNvPr id="30" name="Picture 29" descr="api_create_blog_sanitiz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27248"/>
            <a:ext cx="3346704" cy="1165860"/>
          </a:xfrm>
          <a:prstGeom prst="rect">
            <a:avLst/>
          </a:prstGeom>
        </p:spPr>
      </p:pic>
      <p:pic>
        <p:nvPicPr>
          <p:cNvPr id="31" name="Picture 30" descr="api_register_sanitiz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127248"/>
            <a:ext cx="3346704" cy="1165860"/>
          </a:xfrm>
          <a:prstGeom prst="rect">
            <a:avLst/>
          </a:prstGeom>
        </p:spPr>
      </p:pic>
      <p:pic>
        <p:nvPicPr>
          <p:cNvPr id="32" name="Picture 31" descr="api_login_sanitiz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127248"/>
            <a:ext cx="3346704" cy="1165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696DC"/>
          </a:solidFill>
          <a:ln>
            <a:solidFill>
              <a:srgbClr val="56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41480" y="0"/>
            <a:ext cx="347472" cy="6858000"/>
          </a:xfrm>
          <a:prstGeom prst="rect">
            <a:avLst/>
          </a:prstGeom>
          <a:solidFill>
            <a:srgbClr val="917DCD"/>
          </a:solidFill>
          <a:ln>
            <a:solidFill>
              <a:srgbClr val="917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046"/>
                </a:solidFill>
              </a:rPr>
              <a:t>TEAM CONTRIBUTION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r>
              <a:rPr sz="1200">
                <a:solidFill>
                  <a:srgbClr val="697891"/>
                </a:solidFill>
              </a:rPr>
              <a:t>Professional team roles and project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4160520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TEAM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8920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Susmitha M. — Backend &amp; API Development</a:t>
            </a:r>
          </a:p>
          <a:p>
            <a:pPr>
              <a:spcAft>
                <a:spcPts val="900"/>
              </a:spcAft>
              <a:defRPr sz="135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Sathya Priya A. — Database &amp; Data Management</a:t>
            </a:r>
          </a:p>
          <a:p>
            <a:pPr>
              <a:spcAft>
                <a:spcPts val="900"/>
              </a:spcAft>
              <a:defRPr sz="135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Suvasini E. — AI Integration &amp; Testing</a:t>
            </a:r>
          </a:p>
          <a:p>
            <a:pPr>
              <a:spcAft>
                <a:spcPts val="900"/>
              </a:spcAft>
              <a:defRPr sz="135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Shaheena M. — Documentation &amp;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4160520"/>
          </a:xfrm>
          <a:prstGeom prst="rect">
            <a:avLst/>
          </a:prstGeom>
          <a:solidFill>
            <a:srgbClr val="7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7218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046"/>
                </a:solidFill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709159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Combines blog management with secure authentication.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Uses MongoDB for reliable data storage.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Integrates Gemini AI for generation and summarization.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Provides a simple and efficient REST API backend.</a:t>
            </a:r>
          </a:p>
          <a:p>
            <a:pPr>
              <a:spcAft>
                <a:spcPts val="900"/>
              </a:spcAft>
              <a:defRPr sz="1400">
                <a:solidFill>
                  <a:srgbClr val="F5F8FF"/>
                </a:solidFill>
              </a:defRPr>
            </a:pPr>
            <a:r>
              <a:rPr>
                <a:solidFill>
                  <a:srgbClr val="233046"/>
                </a:solidFill>
              </a:rPr>
              <a:t>•  Designed for future scalability and feature expansion.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607040" cy="502920"/>
          </a:xfrm>
          <a:prstGeom prst="rect">
            <a:avLst/>
          </a:prstGeom>
          <a:solidFill>
            <a:srgbClr val="EFF5FC"/>
          </a:solidFill>
          <a:ln>
            <a:solidFill>
              <a:srgbClr val="DAE2EE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696DC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